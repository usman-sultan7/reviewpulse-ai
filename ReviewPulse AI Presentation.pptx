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40468" y="2605087"/>
            <a:ext cx="8511063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250" i="0" u="none">
                <a:solidFill>
                  <a:srgbClr val="1E293B"/>
                </a:solidFill>
                <a:latin typeface="Poppins"/>
              </a:rPr>
              <a:t>ReviewPulse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43112" y="3805237"/>
            <a:ext cx="81057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Transform messy customer reviews into actionable insights, satisfaction scores, and feedback trends instantly.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19350"/>
            <a:ext cx="3429000" cy="2971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419350"/>
            <a:ext cx="3429000" cy="2971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419350"/>
            <a:ext cx="3429000" cy="2971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1E293B"/>
                </a:solidFill>
                <a:latin typeface="Poppins"/>
              </a:rPr>
              <a:t>Core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0918" y="3448050"/>
            <a:ext cx="131016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1E293B"/>
                </a:solidFill>
                <a:latin typeface="Poppins"/>
              </a:rPr>
              <a:t>Secure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95725"/>
            <a:ext cx="2838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Features session-isolated API key authentication to safely manage user credentials before loading system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5933" y="3448050"/>
            <a:ext cx="106013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1E293B"/>
                </a:solidFill>
                <a:latin typeface="Poppins"/>
              </a:rPr>
              <a:t>AI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895725"/>
            <a:ext cx="2838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Leverages LangChain and OpenAI to process raw customer feedback and compute overall satisfaction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5881" y="3448050"/>
            <a:ext cx="190023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1E293B"/>
                </a:solidFill>
                <a:latin typeface="Poppins"/>
              </a:rPr>
              <a:t>Actionable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895725"/>
            <a:ext cx="2838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Automatically organizes feedback into clear pros, complaints, and targeted seller recommendations.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5" y="2762250"/>
            <a:ext cx="4000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2762250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00" y="276225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1E293B"/>
                </a:solidFill>
                <a:latin typeface="Poppins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0750" y="2976562"/>
            <a:ext cx="8191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Frontend &amp; UI: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Built with Streamlit for a responsive, interactive, and seamless browser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0750" y="3424237"/>
            <a:ext cx="8191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LLM Orchestration: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Powered by LangChain (`ChatOpenAI`, `SystemMessage`, and conversational message history).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4129087"/>
            <a:ext cx="8191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Data &amp; Analytics: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Integrates Pandas, TextBlob, and visualization libraries for comprehensive feedback monitoring.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014662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462337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4167187"/>
            <a:ext cx="2571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1E293B"/>
                </a:solidFill>
                <a:latin typeface="Poppins"/>
              </a:rPr>
              <a:t>Cloud Deployment &amp;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0750" y="3105150"/>
            <a:ext cx="8191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Streamlit Cloud Setup: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Connected directly to GitHub repositories for rapid, automated web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0750" y="3552825"/>
            <a:ext cx="8191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Dependency Management: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Ensures all imports (`langchain-openai`, `streamlit`, `pandas`) are explicitly specified in `requirements.txt`.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4257675"/>
            <a:ext cx="8191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Cache &amp; Reboot: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Uses manual app rebooting on Streamlit Cloud to resolve package resolution errors instantly.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143250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590925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4295775"/>
            <a:ext cx="2571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5275" y="2290762"/>
            <a:ext cx="116014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E293B"/>
                </a:solidFill>
                <a:latin typeface="Poppins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643312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Lato"/>
              </a:rPr>
              <a:t>Thank you for exploring ReviewPulse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338637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34155"/>
                </a:solidFill>
                <a:latin typeface="Lato"/>
              </a:rPr>
              <a:t>GitHub: github.com/Usman-Sultan7/review-pulse-ai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